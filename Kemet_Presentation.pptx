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𓋹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18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KEMET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média de l'Égypte ancienne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Programmation Web  —  B3 Oteria  2025-2026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 Naggar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4592" y="5079492"/>
            <a:ext cx="89794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que Kemet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32588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média francophone ne parle à l'amateur éclairé d'Égypte ancienne. Les contenus disponibles oscillent entre le « Top 10 des mystères » et les thèses académiques inaccessibles.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gratuit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articles rigoureux, sources citées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Ebooks premium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approfondissements payants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lecteurs cultivés, 30-50 ans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251960" cy="1170432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05840"/>
            <a:ext cx="54864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1078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Controverses assumées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« on ne sait pas » — mais pourquoi, qui pense quoi, quelles sources.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331720"/>
            <a:ext cx="4251960" cy="1170432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331720"/>
            <a:ext cx="54864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57800" y="24048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interactive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8072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Frise cliquable JSON-driven. Chaque événement ouvre un article.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4251960" cy="1170432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657600"/>
            <a:ext cx="54864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30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5780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visibles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1330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BIFAO, ENiM, Grimal… Aucun média de vulgarisation ne le fait.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"Comprendre l'Égypte, pas la consommer."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JAMstack 3 tiers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3383280"/>
          </a:xfrm>
          <a:prstGeom prst="rect">
            <a:avLst/>
          </a:prstGeom>
          <a:solidFill>
            <a:srgbClr val="1A2E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719072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1907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377440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774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035808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03580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SDK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834640" cy="3383280"/>
          </a:xfrm>
          <a:prstGeom prst="rect">
            <a:avLst/>
          </a:prstGeom>
          <a:solidFill>
            <a:srgbClr val="1B3A6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960120"/>
            <a:ext cx="283464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10712" y="1719072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71907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/api/contact (Node.js)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2377440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3774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mondial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3035808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03580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automatique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960120"/>
            <a:ext cx="2834640" cy="3383280"/>
          </a:xfrm>
          <a:prstGeom prst="rect">
            <a:avLst/>
          </a:prstGeom>
          <a:solidFill>
            <a:srgbClr val="2A1A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960120"/>
            <a:ext cx="283464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960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1719072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171907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82512" y="2377440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3774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82512" y="3035808"/>
            <a:ext cx="2505456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03580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08960" y="2651760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4871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080760" y="2651760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248716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74320" y="44988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•  API  •  Markup  —  Architecture découplée &amp; scalable by design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 &amp; choix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mise en forme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24712"/>
            <a:ext cx="0" cy="384048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972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solide, sémantique, responsive, accessible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28216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28216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01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client — auth, DOM, async/await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1892808"/>
            <a:ext cx="0" cy="384048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86537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crypto.subtle SHA-256, dual-mode Supabase/localStorage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96312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96312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9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843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managé + Auth + RLS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2660904"/>
            <a:ext cx="0" cy="384048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63347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PostgreSQL (même SQL que le cours) + auth intégrée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64408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64408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37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mondial + CI/CD + Serverless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429000"/>
            <a:ext cx="0" cy="384048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40156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 sur git push, HTTPS, edge network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32504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32504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379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collaboration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4197096"/>
            <a:ext cx="0" cy="384048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416966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branches, 8 commits, CI/CD déclenché automatiquement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A1A0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Site majoritairement statique → HTML/JS vanilla est le bon outil. React aurait ajouté de la complexité sans valeur ajoutée.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&amp; Sécurité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370332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7647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(prototype) → Supabase (prod)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30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3865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admin / user — contrôle d'accès granulaire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752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0083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côté client via crypto.subtle natif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374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630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Supabase + expiration localStorage 7 jours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995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251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PostgreSQL — chaque user voit ses données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960120"/>
            <a:ext cx="4251960" cy="370332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60120"/>
            <a:ext cx="4251960" cy="438912"/>
          </a:xfrm>
          <a:prstGeom prst="rect">
            <a:avLst/>
          </a:prstGeom>
          <a:solidFill>
            <a:srgbClr val="2A1A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960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— vercel.json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1508760"/>
            <a:ext cx="4114800" cy="502920"/>
          </a:xfrm>
          <a:prstGeom prst="rect">
            <a:avLst/>
          </a:prstGeom>
          <a:solidFill>
            <a:srgbClr val="161600"/>
          </a:solidFill>
          <a:ln w="6350">
            <a:solidFill>
              <a:srgbClr val="2A2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5453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1764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stricte des sources autorisées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81728" y="2075688"/>
            <a:ext cx="4114800" cy="502920"/>
          </a:xfrm>
          <a:prstGeom prst="rect">
            <a:avLst/>
          </a:prstGeom>
          <a:solidFill>
            <a:srgbClr val="161600"/>
          </a:solidFill>
          <a:ln w="6350">
            <a:solidFill>
              <a:srgbClr val="2A2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112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Strict-Transport-Security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2331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HTTPS — 2 ans, preload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1728" y="2642616"/>
            <a:ext cx="4114800" cy="502920"/>
          </a:xfrm>
          <a:prstGeom prst="rect">
            <a:avLst/>
          </a:prstGeom>
          <a:solidFill>
            <a:srgbClr val="161600"/>
          </a:solidFill>
          <a:ln w="6350">
            <a:solidFill>
              <a:srgbClr val="2A2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679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X-Frame-Options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2898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— anti-clickjacking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209544"/>
            <a:ext cx="4114800" cy="502920"/>
          </a:xfrm>
          <a:prstGeom prst="rect">
            <a:avLst/>
          </a:prstGeom>
          <a:solidFill>
            <a:srgbClr val="161600"/>
          </a:solidFill>
          <a:ln w="6350">
            <a:solidFill>
              <a:srgbClr val="2A2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246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X-Content-Type-Options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3465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nosniff — anti-MIME sniffing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81728" y="3776472"/>
            <a:ext cx="4114800" cy="502920"/>
          </a:xfrm>
          <a:prstGeom prst="rect">
            <a:avLst/>
          </a:prstGeom>
          <a:solidFill>
            <a:srgbClr val="161600"/>
          </a:solidFill>
          <a:ln w="6350">
            <a:solidFill>
              <a:srgbClr val="2A2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813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Referrer-Policy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strict-origin-when-cross-origin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1728" y="4343400"/>
            <a:ext cx="4114800" cy="502920"/>
          </a:xfrm>
          <a:prstGeom prst="rect">
            <a:avLst/>
          </a:prstGeom>
          <a:solidFill>
            <a:srgbClr val="161600"/>
          </a:solidFill>
          <a:ln w="6350">
            <a:solidFill>
              <a:srgbClr val="2A2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3799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Permissions-Policy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4599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 camera, micro, géoloc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 — PostgreSQL via Supabase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2697480"/>
          </a:xfrm>
          <a:prstGeom prst="rect">
            <a:avLst/>
          </a:prstGeom>
          <a:solidFill>
            <a:srgbClr val="1A1F2E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2606040" cy="420624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90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PK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2606040" cy="420624"/>
          </a:xfrm>
          <a:prstGeom prst="rect">
            <a:avLst/>
          </a:prstGeom>
          <a:solidFill>
            <a:srgbClr val="20202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167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2606040" cy="420624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6609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06040" cy="420624"/>
          </a:xfrm>
          <a:prstGeom prst="rect">
            <a:avLst/>
          </a:prstGeom>
          <a:solidFill>
            <a:srgbClr val="20202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971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1546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960120"/>
            <a:ext cx="2788920" cy="2697480"/>
          </a:xfrm>
          <a:prstGeom prst="rect">
            <a:avLst/>
          </a:prstGeom>
          <a:solidFill>
            <a:srgbClr val="1A2A1A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960120"/>
            <a:ext cx="27889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960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user_purchases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10128" y="1444752"/>
            <a:ext cx="2606040" cy="420624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490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PK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10128" y="1938528"/>
            <a:ext cx="2606040" cy="420624"/>
          </a:xfrm>
          <a:prstGeom prst="rect">
            <a:avLst/>
          </a:prstGeom>
          <a:solidFill>
            <a:srgbClr val="20202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167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FK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0128" y="2432304"/>
            <a:ext cx="2606040" cy="420624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ebook_slug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26609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0128" y="2926080"/>
            <a:ext cx="2606040" cy="420624"/>
          </a:xfrm>
          <a:prstGeom prst="rect">
            <a:avLst/>
          </a:prstGeom>
          <a:solidFill>
            <a:srgbClr val="20202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971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purchased_at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31546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960120"/>
            <a:ext cx="2788920" cy="2697480"/>
          </a:xfrm>
          <a:prstGeom prst="rect">
            <a:avLst/>
          </a:prstGeom>
          <a:solidFill>
            <a:srgbClr val="2A1A00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960120"/>
            <a:ext cx="27889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960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ebook_prices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54496" y="1444752"/>
            <a:ext cx="2606040" cy="420624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1490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16733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PK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1938528"/>
            <a:ext cx="2606040" cy="420624"/>
          </a:xfrm>
          <a:prstGeom prst="rect">
            <a:avLst/>
          </a:prstGeom>
          <a:solidFill>
            <a:srgbClr val="202020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27648" y="2167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54496" y="2432304"/>
            <a:ext cx="2606040" cy="420624"/>
          </a:xfrm>
          <a:prstGeom prst="rect">
            <a:avLst/>
          </a:prstGeom>
          <a:solidFill>
            <a:srgbClr val="1A1A1A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27648" y="26609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794760"/>
            <a:ext cx="6400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ne voit que son profil (profiles WHERE id = auth.uid())   •   User → ne voit que ses achats (user_purchases WHERE user_id = auth.uid())   •   Admin → accès total via is_admin() SECURITY DEFINER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&amp; Infrastructure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572768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1556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4264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13898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93392" y="1051560"/>
            <a:ext cx="1572768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11556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93392" y="14264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93392" y="17190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3898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58184" y="1051560"/>
            <a:ext cx="1572768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111556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58184" y="14264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58184" y="17190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30952" y="13898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1051560"/>
            <a:ext cx="1572768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11556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2976" y="14264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CDN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2976" y="17190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95744" y="13898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87768" y="1051560"/>
            <a:ext cx="157276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11556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87768" y="14264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87768" y="17190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kemet.vercel.app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331720"/>
            <a:ext cx="2788920" cy="150876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331720"/>
            <a:ext cx="54864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2743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déploiement créé en parallèle. Bascule atomique vers la nouvelle version.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18688" y="2331720"/>
            <a:ext cx="2788920" cy="150876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2331720"/>
            <a:ext cx="54864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automatique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401568" y="2743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TLS Let's Encrypt auto-renouvelé. HSTS configuré 2 ans dans les headers.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63056" y="2331720"/>
            <a:ext cx="2788920" cy="1508760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2331720"/>
            <a:ext cx="54864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23957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45936" y="2743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/api/contact — Node.js, exécution à la demande, cold start &lt; 200ms, scalable.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005072"/>
            <a:ext cx="8595360" cy="749808"/>
          </a:xfrm>
          <a:prstGeom prst="rect">
            <a:avLst/>
          </a:prstGeom>
          <a:solidFill>
            <a:srgbClr val="0D0D1A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160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déploiements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121408" y="4206240"/>
            <a:ext cx="0" cy="292608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67712" y="4160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commits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40480" y="4206240"/>
            <a:ext cx="0" cy="292608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86784" y="4160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branches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559552" y="4206240"/>
            <a:ext cx="0" cy="292608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4160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 TTFB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78624" y="4206240"/>
            <a:ext cx="0" cy="292608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24928" y="41605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HTTPS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𓋹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6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EN DIRECT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176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Navigation &amp; contenu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6883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Inscription / Connexion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Accès ebook gratuit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7124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Panel administrateur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4224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Formulaire contact — appel API live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93192"/>
            <a:ext cx="457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j'aurais fait avec plus de temps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33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Next.js / React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dynamiques SSR, routing natif, meilleure DX pour les articles longs.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28216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28216"/>
            <a:ext cx="64008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801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Stripe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1214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déjà prête (ebook_prices en BDD). Clés API à brancher.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96312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96312"/>
            <a:ext cx="64008" cy="6949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609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569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éditorial complet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8895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8 articles avant juin 2026. Les gabarits HTML sont prêts.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64408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64408"/>
            <a:ext cx="64008" cy="6949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custom kemet.fr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configuré, certificat TLS Vercel, redirection www → apex.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8595360" cy="694944"/>
          </a:xfrm>
          <a:prstGeom prst="rect">
            <a:avLst/>
          </a:prstGeom>
          <a:solidFill>
            <a:srgbClr val="1C1C1C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32504"/>
            <a:ext cx="64008" cy="6949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970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4105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monitoring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4256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Analytics (déjà proposé) + Sentry pour les erreurs client.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079492"/>
            <a:ext cx="89794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vrai projet en production,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un exercice.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06040" cy="1143000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HTML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606040" cy="1143000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72768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09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3225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serverless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572768"/>
            <a:ext cx="2606040" cy="1143000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72768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09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23225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PostgreSQL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2606040" cy="1143000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71216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0837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871216"/>
            <a:ext cx="2606040" cy="1143000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2871216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0837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291840" y="3621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2871216"/>
            <a:ext cx="2606040" cy="1143000"/>
          </a:xfrm>
          <a:prstGeom prst="rect">
            <a:avLst/>
          </a:prstGeom>
          <a:solidFill>
            <a:srgbClr val="242424"/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871216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00837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126480" y="3621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complet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D0D0D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"Comprendre l'Égypte, pas la consommer."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Kemet — Infrastructure &amp; Programmation Web</dc:title>
  <dc:subject>PptxGenJS Presentation</dc:subject>
  <dc:creator>Mohamed El Naggar</dc:creator>
  <cp:lastModifiedBy>Mohamed El Naggar</cp:lastModifiedBy>
  <cp:revision>1</cp:revision>
  <dcterms:created xsi:type="dcterms:W3CDTF">2026-04-30T13:00:49Z</dcterms:created>
  <dcterms:modified xsi:type="dcterms:W3CDTF">2026-04-30T13:00:49Z</dcterms:modified>
</cp:coreProperties>
</file>